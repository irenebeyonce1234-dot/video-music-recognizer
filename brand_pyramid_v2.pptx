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3149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你是谁？</a:t>
            </a:r>
          </a:p>
        </p:txBody>
      </p:sp>
      <p:sp>
        <p:nvSpPr>
          <p:cNvPr id="3" name="Left Arrow 2"/>
          <p:cNvSpPr/>
          <p:nvPr/>
        </p:nvSpPr>
        <p:spPr>
          <a:xfrm>
            <a:off x="2743200" y="68008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3474720" y="457200"/>
            <a:ext cx="8259775" cy="697230"/>
          </a:xfrm>
          <a:prstGeom prst="triangle">
            <a:avLst/>
          </a:prstGeom>
          <a:solidFill>
            <a:srgbClr val="1C4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品牌定位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7444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你主张什么？</a:t>
            </a:r>
          </a:p>
        </p:txBody>
      </p:sp>
      <p:sp>
        <p:nvSpPr>
          <p:cNvPr id="6" name="Left Arrow 5"/>
          <p:cNvSpPr/>
          <p:nvPr/>
        </p:nvSpPr>
        <p:spPr>
          <a:xfrm>
            <a:off x="2743200" y="142303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1200150"/>
            <a:ext cx="8259775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739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你的风格是什么？</a:t>
            </a:r>
          </a:p>
        </p:txBody>
      </p:sp>
      <p:sp>
        <p:nvSpPr>
          <p:cNvPr id="9" name="Left Arrow 8"/>
          <p:cNvSpPr/>
          <p:nvPr/>
        </p:nvSpPr>
        <p:spPr>
          <a:xfrm>
            <a:off x="2743200" y="216598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943100"/>
            <a:ext cx="8259775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品牌调性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034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你的口号是什么？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2743200" y="290893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686050"/>
            <a:ext cx="8259775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品牌口号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0329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你的目标人群是谁？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2743200" y="365188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3429000"/>
            <a:ext cx="8259775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核心目标人群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4624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你能给TA带来什么利益？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2743200" y="439483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4171950"/>
            <a:ext cx="4107027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功能性利益点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7467" y="4171950"/>
            <a:ext cx="4107027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情感性利益点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919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你凭什么被TA相信？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2743200" y="513778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491490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RTB1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5819" y="491490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RTB2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6918" y="491490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RTB3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017" y="491490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RTB4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9116" y="491490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RTB5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32145"/>
            <a:ext cx="22860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400">
                <a:solidFill>
                  <a:srgbClr val="1C4E32"/>
                </a:solidFill>
              </a:defRPr>
            </a:pPr>
            <a:r>
              <a:t>你都有什么产品？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2743200" y="5880735"/>
            <a:ext cx="640080" cy="29718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565785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产品系列1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5819" y="565785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产品系列2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96918" y="565785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产品系列3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017" y="565785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产品系列4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19116" y="5657850"/>
            <a:ext cx="1615379" cy="697230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产品系列5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